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AA"/>
    <a:srgbClr val="FFFFFF"/>
    <a:srgbClr val="4BACC6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1" autoAdjust="0"/>
    <p:restoredTop sz="94746" autoAdjust="0"/>
  </p:normalViewPr>
  <p:slideViewPr>
    <p:cSldViewPr showGuides="1">
      <p:cViewPr varScale="1">
        <p:scale>
          <a:sx n="35" d="100"/>
          <a:sy n="35" d="100"/>
        </p:scale>
        <p:origin x="4704" y="90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653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0D6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DEC7F2C7-DF14-4589-80F0-0BF26CE2D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9178" y="28632147"/>
            <a:ext cx="5718585" cy="9577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51C02C-D83F-4D45-A3F4-D83E81399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525" y="25884730"/>
            <a:ext cx="4063492" cy="4063492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6039B17-72AC-4305-8FE9-C8871FC28AB3}"/>
              </a:ext>
            </a:extLst>
          </p:cNvPr>
          <p:cNvSpPr/>
          <p:nvPr/>
        </p:nvSpPr>
        <p:spPr>
          <a:xfrm>
            <a:off x="1419723" y="462694"/>
            <a:ext cx="18864565" cy="963989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/>
            <a:r>
              <a:rPr lang="en-US" altLang="ko-KR" sz="58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ShareStory</a:t>
            </a:r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 </a:t>
            </a:r>
            <a:r>
              <a:rPr lang="en-US" altLang="ko-KR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-</a:t>
            </a:r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 중고거래</a:t>
            </a:r>
            <a:r>
              <a:rPr lang="en-US" altLang="ko-KR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·</a:t>
            </a:r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경매</a:t>
            </a:r>
            <a:r>
              <a:rPr lang="en-US" altLang="ko-KR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·</a:t>
            </a:r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커뮤니티를 하나로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02106EF-56CC-4770-8204-856EEF3032A4}"/>
              </a:ext>
            </a:extLst>
          </p:cNvPr>
          <p:cNvSpPr/>
          <p:nvPr/>
        </p:nvSpPr>
        <p:spPr>
          <a:xfrm>
            <a:off x="2670536" y="3036968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전여욱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김신성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김준성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주현서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17687E8-11B0-4545-BCE2-36CC24909012}"/>
              </a:ext>
            </a:extLst>
          </p:cNvPr>
          <p:cNvSpPr/>
          <p:nvPr/>
        </p:nvSpPr>
        <p:spPr>
          <a:xfrm>
            <a:off x="2530060" y="2097585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동양미래대학교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컴퓨터소프트웨어공학과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YD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반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Dream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팀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485ABD8-2040-4FC1-8DB5-84AECC7BA188}"/>
              </a:ext>
            </a:extLst>
          </p:cNvPr>
          <p:cNvSpPr/>
          <p:nvPr/>
        </p:nvSpPr>
        <p:spPr>
          <a:xfrm>
            <a:off x="2726519" y="3662924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지도교수 </a:t>
            </a: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이희진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5" name="그림 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C564F4-3B06-3685-3D8E-714B264CD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4" y="5271244"/>
            <a:ext cx="10440000" cy="5872500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B98EB5-BC61-35AE-6939-A6C5333C78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795" y="5267863"/>
            <a:ext cx="10440000" cy="5872500"/>
          </a:xfrm>
          <a:prstGeom prst="rect">
            <a:avLst/>
          </a:prstGeom>
        </p:spPr>
      </p:pic>
      <p:pic>
        <p:nvPicPr>
          <p:cNvPr id="9" name="그림 8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8BEF76-7B37-683F-35B9-CD34B20024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4" y="11255899"/>
            <a:ext cx="10440000" cy="5872500"/>
          </a:xfrm>
          <a:prstGeom prst="rect">
            <a:avLst/>
          </a:prstGeom>
        </p:spPr>
      </p:pic>
      <p:pic>
        <p:nvPicPr>
          <p:cNvPr id="12" name="그림 11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34705F-9D6A-3B60-7A34-C42D744626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795" y="11255899"/>
            <a:ext cx="10440000" cy="5872500"/>
          </a:xfrm>
          <a:prstGeom prst="rect">
            <a:avLst/>
          </a:prstGeom>
        </p:spPr>
      </p:pic>
      <p:pic>
        <p:nvPicPr>
          <p:cNvPr id="14" name="그림 13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30B995-B41E-9CD2-E317-98019639BB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8" y="17243935"/>
            <a:ext cx="10440000" cy="5872500"/>
          </a:xfrm>
          <a:prstGeom prst="rect">
            <a:avLst/>
          </a:prstGeom>
        </p:spPr>
      </p:pic>
      <p:pic>
        <p:nvPicPr>
          <p:cNvPr id="18" name="그림 17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7380E9-F3FB-E4E9-52B0-9EA5B10BD4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795" y="17243935"/>
            <a:ext cx="10440000" cy="5872500"/>
          </a:xfrm>
          <a:prstGeom prst="rect">
            <a:avLst/>
          </a:prstGeom>
        </p:spPr>
      </p:pic>
      <p:pic>
        <p:nvPicPr>
          <p:cNvPr id="3" name="그림 2" descr="스크린샷, 텍스트, 직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BF3A4B-B1A9-964D-B865-35CB4579CB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8" y="23228590"/>
            <a:ext cx="10440000" cy="58725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83ADA90B-0916-82E4-0DE6-9BB0FD8188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23571"/>
          <a:stretch>
            <a:fillRect/>
          </a:stretch>
        </p:blipFill>
        <p:spPr>
          <a:xfrm>
            <a:off x="494594" y="24312833"/>
            <a:ext cx="9818736" cy="429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26</Words>
  <Application>Microsoft Office PowerPoint</Application>
  <PresentationFormat>사용자 지정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</vt:lpstr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전여욱</cp:lastModifiedBy>
  <cp:revision>103</cp:revision>
  <dcterms:created xsi:type="dcterms:W3CDTF">2018-10-17T01:18:09Z</dcterms:created>
  <dcterms:modified xsi:type="dcterms:W3CDTF">2025-10-29T09:05:01Z</dcterms:modified>
</cp:coreProperties>
</file>